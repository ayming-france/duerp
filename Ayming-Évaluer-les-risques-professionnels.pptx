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gestion-des-atmp/" TargetMode="External"/><Relationship Id="rId4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euro-cargo-rail-sengage-dans-le-pilotage-de-ses-risques-professionnels/?utm_source=slides-sales&amp;utm_medium=print&amp;utm_campaign=duer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895527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38738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4775626"/>
            <a:ext cx="1758509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