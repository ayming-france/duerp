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ayming-france.github.io/gestion-des-atmp/" TargetMode="External"/><Relationship Id="rId4" Type="http://schemas.openxmlformats.org/officeDocument/2006/relationships/hyperlink" Target="https://ayming-france.github.io/visites-medicales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euro-cargo-rail-sengage-dans-le-pilotage-de-ses-risques-professionnels/?utm_source=slides-sales&amp;utm_medium=print&amp;utm_campaign=duerp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895527" y="2114497"/>
            <a:ext cx="3238418" cy="316966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438738" y="2114497"/>
            <a:ext cx="3238418" cy="316966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4775626"/>
            <a:ext cx="1758509" cy="39051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