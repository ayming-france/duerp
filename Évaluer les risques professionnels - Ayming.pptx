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hyperlink" Target="https://ayming-france.github.io/gestion-des-atmp/" TargetMode="External"/><Relationship Id="rId4" Type="http://schemas.openxmlformats.org/officeDocument/2006/relationships/hyperlink" Target="https://ayming-france.github.io/visites-medicales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www.ayming.fr/temoignages-clients/euro-cargo-rail-sengage-dans-le-pilotage-de-ses-risques-professionnels/?utm_source=slides-sales&amp;utm_medium=print&amp;utm_campaign=duerp&amp;utm_content=testimonia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317510" y="1989322"/>
            <a:ext cx="3608524" cy="353190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6265660" y="1989322"/>
            <a:ext cx="3608524" cy="353190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58529" y="4954581"/>
            <a:ext cx="1959481" cy="43514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